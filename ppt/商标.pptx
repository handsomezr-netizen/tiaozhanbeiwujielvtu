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B18B0-FB06-4174-2D93-E1C22795A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AA74C0-EE00-9979-410F-C00A22D14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6BC7D1-BB42-A764-A2C6-D5E9A12A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93F5F-34C4-B51A-84DD-7EA023980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EAAF4-D313-AEB6-520E-357DD8E6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58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1CBEB-C6B9-562A-C02A-4FC541F1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382F-7E4B-B873-7F5D-F6740CCCB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913DB-C64C-9346-6663-D12D0A1E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A525A-3FA5-B4AA-C645-A362DD5E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1E9A0-E8B8-94E9-850C-BB28729E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E4EFD-FD70-10AD-48F6-8DE840B8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F6BCE6-ED74-0B27-8070-1AB96F850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9A186A-2B02-CF31-D668-59D1B31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B79B66-A60A-784B-AD13-B39F9D327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DE24A-DCBB-B335-FF0C-6B88AF59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87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F5EFC-2C1C-1779-7A43-76347AF5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0590A-D76F-7386-2FA1-4849C5493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AF5406-2C23-D508-8CE1-F86D45A6D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42DB2B-C446-E8D4-EA62-3748D5FFB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0FF7D8-6B8C-D61D-489B-55CA90021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9F5B31-6C62-16AE-E288-C74FCCAB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93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4F3CD-4781-DEB8-3BDB-E60ACB76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DDCF70-F71B-0EF1-76B7-8FA125944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5B8BD3-D0E5-1F16-A374-943317FAB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87BD42-E273-A7D0-F490-E9B5517EC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8E48E3-DBC0-14BE-5FC0-BDE1D468A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55A170-9C09-D803-7565-257FBF10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B65B9D-F730-5B5D-579E-D7E83819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048F61-619A-1E24-75FF-236206E2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33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31F97-B8BE-171D-E98B-FD917811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82B7F8-00C1-44C5-73D9-ABFF6BE6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FCABF0-A41F-D580-4249-264207F7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E90A28-6E0C-0241-7797-6E7BFA4E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A0C496-44F6-D7E8-0539-6E3CEB81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9C44B1-50EF-B057-F38C-14D140BF4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4E8AA6-1F33-7AA7-AE08-21AA9EF5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81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8A64E-E255-C204-A3EA-C9D9FB70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FAA14-A54A-9BDA-002F-82F920DBC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52635B-D400-66E4-3C67-F139EBA05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7E219E-B23D-5B02-6AA6-DADD6AE7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5ADB28-4DDA-4A3D-8087-96C9E74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B526B4-528B-A6AB-DD9A-91F09B5B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34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E7A21-FCF4-67EC-E07B-E85CA1CA2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E0B309-7A11-1C43-0E98-3431E64A1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86EB90-5B56-93F6-BBE5-03CA776B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B3E36-DA8A-5D4E-FC6F-7A5B63EE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794792-E3A6-2DAB-06AF-BB983887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DFE46D-61FC-4075-47B8-5DF11B14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10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5DEFD-2E39-F301-8FEF-48F4F1E2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2432DF-0183-979C-F4C1-15EB58C45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E18E8B-3A48-0D85-58D8-D882DD2F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C10C2-A9CD-4543-D8AF-9CC1256A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8FE38B-819B-F24A-B087-65A6176B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28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311A73-6F70-2DE5-667D-5BD1FF8A3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20BF73-29E1-5CEB-AB8E-7823AB97F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2E4DD-BE0C-6CCD-3B3A-6578CF2D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9B639-AEB4-3A03-CD9C-3C8F1552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6461-62C4-FE9A-A979-4EFDB96D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7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3DFB29-6013-BE6A-6404-3BACFCE4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E3D9EE-C018-E770-94DA-E95777FAC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436020-120E-4E97-BB4C-13EF6FE5F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044F0-93B3-487C-8D3C-05960EE889FD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6B149-901D-0318-B092-1DDF974C9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095341-AE1B-D4AA-299A-AD2B9F64B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52A29-CBA2-4838-9B1D-3B3BB243C1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16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95C0A0A-7772-007D-EA13-80D6DAA4719E}"/>
              </a:ext>
            </a:extLst>
          </p:cNvPr>
          <p:cNvSpPr/>
          <p:nvPr/>
        </p:nvSpPr>
        <p:spPr>
          <a:xfrm>
            <a:off x="1092200" y="194733"/>
            <a:ext cx="10287000" cy="5520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CC6A6CAF-91D3-31AC-F8F3-4917A18CA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72" t="32629" r="13546" b="29901"/>
          <a:stretch>
            <a:fillRect/>
          </a:stretch>
        </p:blipFill>
        <p:spPr>
          <a:xfrm>
            <a:off x="2620630" y="1850065"/>
            <a:ext cx="7230140" cy="243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3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438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徐子锐</dc:creator>
  <cp:lastModifiedBy>徐子锐</cp:lastModifiedBy>
  <cp:revision>2</cp:revision>
  <dcterms:created xsi:type="dcterms:W3CDTF">2026-01-26T03:49:27Z</dcterms:created>
  <dcterms:modified xsi:type="dcterms:W3CDTF">2026-01-26T17:07:35Z</dcterms:modified>
</cp:coreProperties>
</file>